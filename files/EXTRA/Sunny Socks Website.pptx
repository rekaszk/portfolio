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72" r:id="rId5"/>
    <p:sldId id="273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07A"/>
    <a:srgbClr val="4FB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14090B-DF86-C565-F913-0FBA68629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0231966-5D81-1638-8D3B-5196D0416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ADC37F-8D1B-DFA2-89B6-DC294E07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3A1BE7-517E-E7FA-7709-E290BF41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608050-F178-42CA-7AAA-BF180FEC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233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46253D-24EC-19A7-4EBD-732B4716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FBB4F1-05F6-830D-BBF0-DDA0FA2CE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E93819-9B7E-4E9C-CD83-C9FAEE21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0BC9E4-B1CB-26CF-F2C6-AC120711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360DD7-6313-536B-483E-54BDDA22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279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427A4D-A777-405D-E2F8-14C4C563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E4BDF6D-6DC3-3280-F1E6-277275ADA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574F87-F5A4-A5D6-A52C-14F7A5A4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22C8281-10EB-459E-E50A-A0211AA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2940CE-FC87-63A5-357D-5ACF8E16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572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4CEEA9-524F-660F-5441-49E333CA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9A9F5B-4606-8022-0DE2-FE3153E36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BD7754C-C811-7FF6-5E19-766B829F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4B9AC5A-9064-0EBD-A510-1D9036B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BD845F4-D4EC-CCC4-32ED-094A2CCF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4F230DD-A1B2-8133-4E4E-C4DFD308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95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AD3468-9AC5-6D27-B34C-06BFB89D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9A64AD7-C8A8-97DF-5EDE-3CDFEBF0A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6276232-A361-AA14-A0A5-AB3504CB9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2E1BF51-D266-91FE-6112-4095354DF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3ADF9BB-54EC-06A0-838A-91F9D4D0E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F3AD20D-F372-78B1-F91C-4A86D236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A15C15B-7FE7-B2E3-453C-0FB1FBE1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CB3C176-3B27-6745-4538-3004F60F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13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480F45-D1E1-CE3B-2245-8F06913F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EA56AA-1BDB-9C0D-4272-40BC4D84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133A547-50B0-CA69-B1F8-E1A3313A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F4E2119-315E-7A3E-CA71-3FC8C093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241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7E6FB39-42AA-F821-BFA1-B821F08B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A85D7B2-9A65-9AC4-267D-72C70604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6591758-B0DA-5847-F3D0-9F6A6DA7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762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FDA1C7-44FB-FC13-3CDF-7B9A3EF21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6E0672-7A75-85BE-15BA-19A4CCAF5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E7B9C48-6096-0F72-9509-F8AE7319B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D4B713A-E74F-AE8A-F7B5-F29A608F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0120454-4C65-E383-53D4-FC212348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166B88D-9F42-270E-559E-6699DDB5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5903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DE66B0-F1BA-06CB-58E4-7A2AE5A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42B45A2-D185-C61B-CC74-2606AEA4F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F494B3B-DAB0-2DED-3A6D-82FC721A1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55FA1D6-71E2-B22A-ACAB-B82C1CF5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B13F63-8F19-8A5F-09CB-6C62B747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FA93D5-827D-7B1C-176F-29E3E3AC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745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36BC3D-912B-5B2F-9018-45C2076C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AC9A37D-589E-DE68-1874-9B74865D0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D7A25A-EE47-E4B2-9F9C-02CEA205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6FFD4E-DCEA-5C55-07BD-EC47AECB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A9588B-12C9-F8F5-EDCA-29EEC482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402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12C1F2A-7F00-8A2C-06E3-BE3866D18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7CD93E9-8587-2070-F873-8160E3441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16CAFC-B084-FA17-6A63-30843EAA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6D97B89-8D53-AE86-4BC7-E077BB2F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7678D1-E8BB-660E-8B57-185AF4DB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0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51000" b="-5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89272AE-EE95-ABA5-7E06-37951C8F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CD19B0F-353E-48CD-68CE-951120CB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7C0F96-DE6B-3DFB-E87B-EE939AA33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C865E-8D44-4C6F-BF11-52A82BFB7768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DCDFD4-CDD2-95C6-25D4-A71B6570E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DDA97E-B0D4-5F7B-09A2-36708C534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184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B2797E-2F2C-1313-B5E7-3B36361F4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2548"/>
            <a:ext cx="9144000" cy="992904"/>
          </a:xfrm>
        </p:spPr>
        <p:txBody>
          <a:bodyPr>
            <a:normAutofit/>
          </a:bodyPr>
          <a:lstStyle/>
          <a:p>
            <a:r>
              <a:rPr lang="en-GB" noProof="1">
                <a:latin typeface="Nexa Bold" panose="02000000000000000000" pitchFamily="50" charset="0"/>
              </a:rPr>
              <a:t>Sunny Socks Website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EBE3250C-1B4B-1EC4-03B5-07C082917739}"/>
              </a:ext>
            </a:extLst>
          </p:cNvPr>
          <p:cNvSpPr/>
          <p:nvPr/>
        </p:nvSpPr>
        <p:spPr>
          <a:xfrm>
            <a:off x="-1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52FD199-0209-832F-60BB-2259552DB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1434" y="6194321"/>
            <a:ext cx="6853084" cy="452286"/>
          </a:xfrm>
        </p:spPr>
        <p:txBody>
          <a:bodyPr>
            <a:noAutofit/>
          </a:bodyPr>
          <a:lstStyle/>
          <a:p>
            <a:pPr algn="just"/>
            <a:r>
              <a:rPr lang="en-GB" noProof="1">
                <a:latin typeface="Nexa Bold" panose="02000000000000000000" pitchFamily="50" charset="0"/>
              </a:rPr>
              <a:t>Presentation by: </a:t>
            </a:r>
            <a:r>
              <a:rPr lang="hu-HU" noProof="1">
                <a:latin typeface="Nexa Bold" panose="02000000000000000000" pitchFamily="50" charset="0"/>
              </a:rPr>
              <a:t>Aynur T., Réka Sz-K., </a:t>
            </a:r>
            <a:r>
              <a:rPr lang="en-GB" noProof="1">
                <a:latin typeface="Nexa Bold" panose="02000000000000000000" pitchFamily="50" charset="0"/>
              </a:rPr>
              <a:t>Group E</a:t>
            </a:r>
          </a:p>
        </p:txBody>
      </p:sp>
    </p:spTree>
    <p:extLst>
      <p:ext uri="{BB962C8B-B14F-4D97-AF65-F5344CB8AC3E}">
        <p14:creationId xmlns:p14="http://schemas.microsoft.com/office/powerpoint/2010/main" val="3836260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844A98-7834-1200-690F-1FAEA64B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Sunny Socks </a:t>
            </a:r>
            <a:r>
              <a:rPr lang="en-GB" noProof="1">
                <a:latin typeface="Nexa Bold" panose="02000000000000000000" pitchFamily="50" charset="0"/>
                <a:cs typeface="Times New Roman" panose="02020603050405020304" pitchFamily="18" charset="0"/>
              </a:rPr>
              <a:t>— Keywords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8343EB-657E-72B6-BB0A-8072062F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57304"/>
          </a:xfrm>
        </p:spPr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Positivity</a:t>
            </a:r>
            <a:r>
              <a:rPr lang="hu-HU" noProof="1">
                <a:latin typeface="Nexa Light" panose="02000000000000000000" pitchFamily="50" charset="0"/>
              </a:rPr>
              <a:t> &gt;&gt; core values</a:t>
            </a:r>
            <a:endParaRPr lang="en-GB" noProof="1">
              <a:latin typeface="Nexa Light" panose="02000000000000000000" pitchFamily="50" charset="0"/>
            </a:endParaRPr>
          </a:p>
          <a:p>
            <a:r>
              <a:rPr lang="hu-HU" noProof="1">
                <a:latin typeface="Nexa Bold" panose="02000000000000000000" pitchFamily="50" charset="0"/>
              </a:rPr>
              <a:t>Colourfulness</a:t>
            </a:r>
            <a:r>
              <a:rPr lang="hu-HU" noProof="1">
                <a:latin typeface="Nexa Light" panose="02000000000000000000" pitchFamily="50" charset="0"/>
              </a:rPr>
              <a:t> &gt;&gt; display of brand colours</a:t>
            </a:r>
            <a:endParaRPr lang="en-GB" noProof="1">
              <a:latin typeface="Nexa Light" panose="02000000000000000000" pitchFamily="50" charset="0"/>
            </a:endParaRPr>
          </a:p>
          <a:p>
            <a:r>
              <a:rPr lang="en-GB" noProof="1">
                <a:latin typeface="Nexa Bold" panose="02000000000000000000" pitchFamily="50" charset="0"/>
              </a:rPr>
              <a:t>Fairness</a:t>
            </a:r>
            <a:r>
              <a:rPr lang="hu-HU" noProof="1">
                <a:latin typeface="Nexa Light" panose="02000000000000000000" pitchFamily="50" charset="0"/>
              </a:rPr>
              <a:t> &gt;&gt; sustainability-related values</a:t>
            </a:r>
            <a:endParaRPr lang="en-GB" noProof="1">
              <a:latin typeface="Nexa Light" panose="02000000000000000000" pitchFamily="50" charset="0"/>
            </a:endParaRPr>
          </a:p>
          <a:p>
            <a:r>
              <a:rPr lang="en-GB" noProof="1">
                <a:latin typeface="Nexa Bold" panose="02000000000000000000" pitchFamily="50" charset="0"/>
              </a:rPr>
              <a:t>Inclusivity</a:t>
            </a:r>
            <a:r>
              <a:rPr lang="hu-HU" noProof="1">
                <a:latin typeface="Nexa Light" panose="02000000000000000000" pitchFamily="50" charset="0"/>
              </a:rPr>
              <a:t> &gt;&gt; Pride page showcasing Sunny Socks’ support</a:t>
            </a:r>
            <a:endParaRPr lang="en-GB" noProof="1">
              <a:latin typeface="Nexa Light" panose="02000000000000000000" pitchFamily="50" charset="0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8D5249F3-2522-6263-0EA7-6E050C8FFAC5}"/>
              </a:ext>
            </a:extLst>
          </p:cNvPr>
          <p:cNvSpPr/>
          <p:nvPr/>
        </p:nvSpPr>
        <p:spPr>
          <a:xfrm>
            <a:off x="0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AA7C024-DF5B-FEB8-C99D-AC16E2CA1A07}"/>
              </a:ext>
            </a:extLst>
          </p:cNvPr>
          <p:cNvGrpSpPr/>
          <p:nvPr/>
        </p:nvGrpSpPr>
        <p:grpSpPr>
          <a:xfrm>
            <a:off x="6096000" y="1825625"/>
            <a:ext cx="4370833" cy="956187"/>
            <a:chOff x="6095999" y="1825622"/>
            <a:chExt cx="4370833" cy="956187"/>
          </a:xfrm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26EFC2C4-65DB-97F1-8E56-3A5B2EB183FD}"/>
                </a:ext>
              </a:extLst>
            </p:cNvPr>
            <p:cNvSpPr/>
            <p:nvPr/>
          </p:nvSpPr>
          <p:spPr>
            <a:xfrm>
              <a:off x="6095999" y="1825622"/>
              <a:ext cx="4370833" cy="9561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1">
                <a:solidFill>
                  <a:schemeClr val="tx1"/>
                </a:solidFill>
              </a:endParaRPr>
            </a:p>
          </p:txBody>
        </p:sp>
        <p:pic>
          <p:nvPicPr>
            <p:cNvPr id="8" name="Kép 7">
              <a:extLst>
                <a:ext uri="{FF2B5EF4-FFF2-40B4-BE49-F238E27FC236}">
                  <a16:creationId xmlns:a16="http://schemas.microsoft.com/office/drawing/2014/main" id="{931C0B43-6E4A-FAC7-2D51-9FB3D8E25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7911092" y="234256"/>
              <a:ext cx="740648" cy="4138917"/>
            </a:xfrm>
            <a:prstGeom prst="rect">
              <a:avLst/>
            </a:prstGeom>
          </p:spPr>
        </p:pic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8F0ADED3-B7C5-06E3-6DC3-02E9BD2CEDBF}"/>
              </a:ext>
            </a:extLst>
          </p:cNvPr>
          <p:cNvGrpSpPr/>
          <p:nvPr/>
        </p:nvGrpSpPr>
        <p:grpSpPr>
          <a:xfrm>
            <a:off x="6769608" y="3066662"/>
            <a:ext cx="3023616" cy="956187"/>
            <a:chOff x="7302877" y="3426183"/>
            <a:chExt cx="3023616" cy="956187"/>
          </a:xfrm>
        </p:grpSpPr>
        <p:sp>
          <p:nvSpPr>
            <p:cNvPr id="10" name="Téglalap 9">
              <a:extLst>
                <a:ext uri="{FF2B5EF4-FFF2-40B4-BE49-F238E27FC236}">
                  <a16:creationId xmlns:a16="http://schemas.microsoft.com/office/drawing/2014/main" id="{630439C0-5ABE-C078-B1CB-BD1553B05CB3}"/>
                </a:ext>
              </a:extLst>
            </p:cNvPr>
            <p:cNvSpPr/>
            <p:nvPr/>
          </p:nvSpPr>
          <p:spPr>
            <a:xfrm>
              <a:off x="7302877" y="3426183"/>
              <a:ext cx="3023616" cy="9561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1">
                <a:solidFill>
                  <a:schemeClr val="tx1"/>
                </a:solidFill>
              </a:endParaRPr>
            </a:p>
          </p:txBody>
        </p:sp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D1CD983C-C571-BD22-8B1E-1ADB2CCE6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1138" y="3465133"/>
              <a:ext cx="2787094" cy="878286"/>
            </a:xfrm>
            <a:prstGeom prst="rect">
              <a:avLst/>
            </a:prstGeom>
          </p:spPr>
        </p:pic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DBF0ECEA-D54E-DF7A-4A59-1110168E0E68}"/>
              </a:ext>
            </a:extLst>
          </p:cNvPr>
          <p:cNvGrpSpPr/>
          <p:nvPr/>
        </p:nvGrpSpPr>
        <p:grpSpPr>
          <a:xfrm>
            <a:off x="7262876" y="4307699"/>
            <a:ext cx="2037080" cy="956187"/>
            <a:chOff x="6096000" y="4307699"/>
            <a:chExt cx="2037080" cy="956187"/>
          </a:xfrm>
        </p:grpSpPr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4074DCEF-A394-CF39-4B53-D7B84155FF3B}"/>
                </a:ext>
              </a:extLst>
            </p:cNvPr>
            <p:cNvSpPr/>
            <p:nvPr/>
          </p:nvSpPr>
          <p:spPr>
            <a:xfrm>
              <a:off x="6096000" y="4307699"/>
              <a:ext cx="2037080" cy="9561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1">
                <a:solidFill>
                  <a:schemeClr val="tx1"/>
                </a:solidFill>
              </a:endParaRPr>
            </a:p>
          </p:txBody>
        </p:sp>
        <p:pic>
          <p:nvPicPr>
            <p:cNvPr id="17" name="Kép 16">
              <a:extLst>
                <a:ext uri="{FF2B5EF4-FFF2-40B4-BE49-F238E27FC236}">
                  <a16:creationId xmlns:a16="http://schemas.microsoft.com/office/drawing/2014/main" id="{A80210C3-865B-4971-14A0-185D53D68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3417" y="4346166"/>
              <a:ext cx="1842246" cy="879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996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5512-CD04-3E54-67C1-98133AF39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1C341A-5245-86D7-8989-B2230FE4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183" y="2766218"/>
            <a:ext cx="2145633" cy="1325563"/>
          </a:xfrm>
        </p:spPr>
        <p:txBody>
          <a:bodyPr/>
          <a:lstStyle/>
          <a:p>
            <a:r>
              <a:rPr lang="hu-HU" noProof="1">
                <a:latin typeface="Nexa Bold" panose="02000000000000000000" pitchFamily="50" charset="0"/>
              </a:rPr>
              <a:t>[Demo]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1E2D9DAC-1C29-3C3F-B580-85E9334DBCF0}"/>
              </a:ext>
            </a:extLst>
          </p:cNvPr>
          <p:cNvSpPr/>
          <p:nvPr/>
        </p:nvSpPr>
        <p:spPr>
          <a:xfrm>
            <a:off x="-1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32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5EFAF-D27E-D3B3-EAF0-3049AF3C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46562D-00EA-44AC-4388-B1D3F152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Sunny Socks </a:t>
            </a:r>
            <a:r>
              <a:rPr lang="en-GB" noProof="1">
                <a:latin typeface="Nexa Bold" panose="02000000000000000000" pitchFamily="50" charset="0"/>
                <a:cs typeface="Times New Roman" panose="02020603050405020304" pitchFamily="18" charset="0"/>
              </a:rPr>
              <a:t>— Key features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129EA8-FAB9-CC54-B178-248884162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57304"/>
          </a:xfrm>
        </p:spPr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Light/Dark mode toggle</a:t>
            </a:r>
          </a:p>
          <a:p>
            <a:r>
              <a:rPr lang="en-GB" noProof="1">
                <a:latin typeface="Nexa Bold" panose="02000000000000000000" pitchFamily="50" charset="0"/>
              </a:rPr>
              <a:t>Chatbot</a:t>
            </a:r>
          </a:p>
          <a:p>
            <a:r>
              <a:rPr lang="en-GB" noProof="1">
                <a:latin typeface="Nexa Bold" panose="02000000000000000000" pitchFamily="50" charset="0"/>
              </a:rPr>
              <a:t>Dynamic design </a:t>
            </a:r>
            <a:r>
              <a:rPr lang="en-GB" noProof="1">
                <a:latin typeface="Nexa Light" panose="02000000000000000000" pitchFamily="50" charset="0"/>
              </a:rPr>
              <a:t>based on time/day</a:t>
            </a:r>
          </a:p>
          <a:p>
            <a:endParaRPr lang="en-GB" noProof="1">
              <a:latin typeface="Nexa Light" panose="02000000000000000000" pitchFamily="50" charset="0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91323525-7D9A-E017-2AF1-59A8F919B445}"/>
              </a:ext>
            </a:extLst>
          </p:cNvPr>
          <p:cNvSpPr/>
          <p:nvPr/>
        </p:nvSpPr>
        <p:spPr>
          <a:xfrm>
            <a:off x="0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D8B53E5-F73D-0DE4-6EE2-D44B9AFAE694}"/>
              </a:ext>
            </a:extLst>
          </p:cNvPr>
          <p:cNvSpPr/>
          <p:nvPr/>
        </p:nvSpPr>
        <p:spPr>
          <a:xfrm>
            <a:off x="7237957" y="1825625"/>
            <a:ext cx="2731034" cy="95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604007A-59DD-EBAD-7C87-73C7CA233DC5}"/>
              </a:ext>
            </a:extLst>
          </p:cNvPr>
          <p:cNvSpPr/>
          <p:nvPr/>
        </p:nvSpPr>
        <p:spPr>
          <a:xfrm>
            <a:off x="7237957" y="3236795"/>
            <a:ext cx="2731034" cy="95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9BD718-5C75-8372-D548-CC66DB24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218" y="3250534"/>
            <a:ext cx="1090194" cy="929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A90D5A-78AC-542D-F3AA-BBAC2019E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405" y="1848807"/>
            <a:ext cx="1108304" cy="904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15979D-6178-9763-041A-DABE650C6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216" y="1863090"/>
            <a:ext cx="1086267" cy="8900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8BDEA1-F9B8-76F0-A802-A14E38C0406C}"/>
              </a:ext>
            </a:extLst>
          </p:cNvPr>
          <p:cNvSpPr txBox="1"/>
          <p:nvPr/>
        </p:nvSpPr>
        <p:spPr>
          <a:xfrm>
            <a:off x="8418173" y="2008582"/>
            <a:ext cx="380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Nexa Bold" panose="02000000000000000000" pitchFamily="50" charset="0"/>
                <a:cs typeface="Times New Roman" panose="02020603050405020304" pitchFamily="18" charset="0"/>
              </a:rPr>
              <a:t>/</a:t>
            </a:r>
            <a:endParaRPr lang="en-GB" sz="3200" dirty="0">
              <a:latin typeface="Nexa Bold" panose="02000000000000000000" pitchFamily="50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45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F48D-939F-19CF-676E-33CEE792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75371D-B789-45CF-8059-97E4BC03C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2548"/>
            <a:ext cx="9144000" cy="992904"/>
          </a:xfrm>
        </p:spPr>
        <p:txBody>
          <a:bodyPr>
            <a:normAutofit/>
          </a:bodyPr>
          <a:lstStyle/>
          <a:p>
            <a:r>
              <a:rPr lang="hu-HU" noProof="1">
                <a:latin typeface="Nexa Bold" panose="02000000000000000000" pitchFamily="50" charset="0"/>
              </a:rPr>
              <a:t>Thank you for your time!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0F1F0FCD-ACCD-18DB-58CB-51D9D22608B1}"/>
              </a:ext>
            </a:extLst>
          </p:cNvPr>
          <p:cNvSpPr/>
          <p:nvPr/>
        </p:nvSpPr>
        <p:spPr>
          <a:xfrm>
            <a:off x="0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0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69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Nexa Bold</vt:lpstr>
      <vt:lpstr>Nexa Light</vt:lpstr>
      <vt:lpstr>Office-téma</vt:lpstr>
      <vt:lpstr>Sunny Socks Website</vt:lpstr>
      <vt:lpstr>Sunny Socks — Keywords</vt:lpstr>
      <vt:lpstr>[Demo]</vt:lpstr>
      <vt:lpstr>Sunny Socks — Key features</vt:lpstr>
      <vt:lpstr>Thank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Sunny Socks Website</dc:title>
  <dc:creator>Réka Szunyogh-Kocsis</dc:creator>
  <cp:lastModifiedBy>Réka Szunyogh-Kocsis</cp:lastModifiedBy>
  <cp:revision>28</cp:revision>
  <dcterms:created xsi:type="dcterms:W3CDTF">2025-10-22T09:24:40Z</dcterms:created>
  <dcterms:modified xsi:type="dcterms:W3CDTF">2026-02-13T22:48:35Z</dcterms:modified>
</cp:coreProperties>
</file>