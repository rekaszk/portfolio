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29" y="-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74F9-1751-4FC5-4A9B-78CAE7796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7A412-FFD4-1232-84DE-B13768F97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1FD8B-73E7-49E4-DEDB-FDC4A4A9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8D7C0-FA5B-2612-48B7-AFB852F6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D7116-B52A-0F4D-8FD2-1A2701AA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95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0A55-D55D-5A24-4B2E-FCD50EA1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CB11-2FE6-E272-8239-4DF5642FB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DB20-DED5-7943-6450-1CE5F5E4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CE02E-1A23-CAA8-E473-8661F336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82AF1-6D28-A09F-80E6-F2861E0A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65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3668-7298-67B9-2187-57FBDED2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12FC2-0106-3F28-A0F1-501E30C99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EC11-4478-4366-6AB6-846897A8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47A1-C853-7D50-8FA0-9A4D4CDD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5217-AC89-C064-7380-EF210412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46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7A98-596F-094A-0A2B-B46DB04B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0437-09D2-2014-AC21-D37320705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F5BD3-9D98-6131-323C-10CCC2F2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A4789-6A30-01C8-1657-F5955D5F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FA539-47DD-4C73-5E9B-E09E287C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A50BA-9190-49A7-4391-B2F4ECC2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5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A66E-22A0-BEE9-D11E-2ACA894D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59147-19A2-86C3-4B5D-A44A46D5D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CFFA8-D22A-846E-AAAB-B995DFD8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43C542-D6FF-A84A-3933-5C3A0B839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2C897-880B-62A4-453A-6A3E991DF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BCAC4-6C23-4D47-38F9-41F345E8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1E11A-D820-1117-2C08-78C57FCF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5E046-A714-ACC4-E23F-420AE3DE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4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5954-787E-9108-E7FB-5D430752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600B8-3534-894D-7004-46560C08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DCF5C-3BAA-66DA-676D-2C4D1D01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2929B-26FA-4ED3-AD13-05A24A2E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99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62E10-DE23-C1C3-E1EA-13845070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B38CD-DCC7-B4F1-F93A-C68DFC34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3D3BA-A87D-8736-5FF6-2D6B92AD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1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B555-1DF5-BA29-B4F1-695C71DD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7A81-C319-23C6-2466-065B5CCB0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57B1E-AF13-4324-27FA-DDC1B19D9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879F-541E-8300-B3F4-0F0DB3D5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F0B0C-34A3-554E-8D2D-DEF2C0C2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D262B-5A91-CED2-BA7E-C142927D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77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5B43-3D1E-6597-9408-4D2E275C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0CCA5-08EA-3707-7F74-B9E2C8545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85229-3312-39AA-2208-1F7CCAEB6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E0F48-FA75-64C4-EF92-6A30915A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5FB9-3AAD-D5A4-A917-8E6622B6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D3E8F-82CA-6F62-CCB5-E452EAE2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6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4FD8-2B75-3C38-97CB-48CEA789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F453C-38B0-30FA-4826-1D3070D73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7FB1-8561-B8D6-1E40-278DC13F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84DC-5EAA-0081-5000-F32F2D3B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48CA4-D865-DC7A-66AC-D03F4497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75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59677-CDDC-C69B-8DF2-2CB11EBF0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151E-8D16-53C6-BB38-DDBFFFCE7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76C8-BADE-6781-539E-2A9FB744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8AB0-F485-724E-C96D-5A553952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3257A-C55F-6816-8F4C-B4CB655D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54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7AD86-11C9-5DE0-FF13-646B6C38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1E1CB-0A88-4DB8-98FE-15B1045FB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8BA6-FD2B-0B1F-FB1E-268627FF2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D4DB-F1F9-4251-A132-37AF5796D511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CFD96-74DB-10E2-7EE4-FFB47E8F1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D20B-58F6-F1DD-3A6E-E386F229B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53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D13B87-E2F0-B567-F6FA-93DF7EDB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4" r="10039"/>
          <a:stretch>
            <a:fillRect/>
          </a:stretch>
        </p:blipFill>
        <p:spPr>
          <a:xfrm>
            <a:off x="0" y="0"/>
            <a:ext cx="80924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47D60-B43A-F78F-2CB8-E3939874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2440" y="2352554"/>
            <a:ext cx="4099560" cy="1076446"/>
          </a:xfrm>
        </p:spPr>
        <p:txBody>
          <a:bodyPr>
            <a:normAutofit/>
          </a:bodyPr>
          <a:lstStyle/>
          <a:p>
            <a:r>
              <a:rPr lang="en-GB" sz="5400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731A-5248-BC43-1866-97B0DCDB6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0375" y="6538452"/>
            <a:ext cx="3421626" cy="319548"/>
          </a:xfrm>
        </p:spPr>
        <p:txBody>
          <a:bodyPr>
            <a:normAutofit fontScale="85000" lnSpcReduction="10000"/>
          </a:bodyPr>
          <a:lstStyle/>
          <a:p>
            <a:r>
              <a:rPr lang="hu-HU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hu-HU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Réka Szunyogh-Kocsis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CD23D-479D-E877-B693-CAEEE08478D4}"/>
              </a:ext>
            </a:extLst>
          </p:cNvPr>
          <p:cNvSpPr txBox="1"/>
          <p:nvPr/>
        </p:nvSpPr>
        <p:spPr>
          <a:xfrm>
            <a:off x="8611170" y="3426542"/>
            <a:ext cx="30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1, </a:t>
            </a:r>
            <a:r>
              <a:rPr lang="en-GB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 1 and 2</a:t>
            </a:r>
          </a:p>
        </p:txBody>
      </p:sp>
    </p:spTree>
    <p:extLst>
      <p:ext uri="{BB962C8B-B14F-4D97-AF65-F5344CB8AC3E}">
        <p14:creationId xmlns:p14="http://schemas.microsoft.com/office/powerpoint/2010/main" val="362602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B2499-2923-9850-EC53-CC099CE8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1229B7-DE39-C183-5C1B-50FEE02D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C8085-1044-6893-11BD-70ACA08E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509387" cy="3985241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Experience Current Education 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Connections, Communication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Fit Into the Community</a:t>
            </a:r>
            <a:endParaRPr lang="hu-H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See My Progress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1487063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EDB4-48FE-F5DC-B47E-ED15B549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76A5E0-C3CD-9D15-9A2D-B6BDF82308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64A95-29D4-3241-4C44-B02F4659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D605-CA1C-7958-DB38-537CCDCCC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2471072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10 minutes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Education, Community,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may be asked 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presentation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38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29D3-8E1D-5262-0247-0E7E4473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C6CC92-4736-D7C5-1CB4-CAB0CC6060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05D52-EF51-9227-9AC9-C99C4941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E9BD-66B1-3CCF-ECAC-56FA8E30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257652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differences include </a:t>
            </a:r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proactivity, teamwork, learning style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Hungarian education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less focus on personal improvement, more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meeting standardised criteria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Dutch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prioritisation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61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E19D-CF9F-349D-BA43-3F5D310A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B699A-41C3-7108-0020-19176077FA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0B3F15-7CBA-F0CB-AF72-3A7C8BFA3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hu-HU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A5778-2F10-84CF-074C-191E260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237988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Fitting in 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had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anticipated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cultures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broader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habits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occasionally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4E5D-BE1E-E2BF-B363-6DF429C2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DF08F-5926-80FE-4385-F088B9ADE4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6DAB21-3871-F586-BB64-B5F69259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66A9-0C44-BB9B-D737-E69B2B21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76893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nderstand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checklist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already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u-H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Procrastination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65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2F25-5C91-1299-C0A2-1A17A6B6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FD5D8-9CAA-C1F0-D9E8-0A37C261AE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BD4E7-4267-E032-2461-CB75D754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37EB-FED9-23F0-0585-27BF2B2C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011846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eventful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takeaways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helpful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-management,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ethics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expectations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7368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9E7-01F9-0B05-E87D-5A73F7C8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F13E17-CC50-69B9-7117-F03735AD6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4" r="10039"/>
          <a:stretch>
            <a:fillRect/>
          </a:stretch>
        </p:blipFill>
        <p:spPr>
          <a:xfrm>
            <a:off x="4099560" y="0"/>
            <a:ext cx="80924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121D23-2305-2AB2-C2E7-0516E2D11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61469"/>
            <a:ext cx="4168877" cy="1535061"/>
          </a:xfrm>
        </p:spPr>
        <p:txBody>
          <a:bodyPr>
            <a:normAutofit/>
          </a:bodyPr>
          <a:lstStyle/>
          <a:p>
            <a:r>
              <a:rPr lang="en-GB" sz="4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r>
              <a:rPr lang="hu-HU" sz="4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GB" sz="48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0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269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Reflecting</vt:lpstr>
      <vt:lpstr>Agenda</vt:lpstr>
      <vt:lpstr>Introduction</vt:lpstr>
      <vt:lpstr>Education</vt:lpstr>
      <vt:lpstr>Connections, Communication</vt:lpstr>
      <vt:lpstr>Portfolio</vt:lpstr>
      <vt:lpstr>Reflection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Réka Szunyogh-Kocsis</dc:creator>
  <cp:lastModifiedBy>Réka Szunyogh-Kocsis</cp:lastModifiedBy>
  <cp:revision>25</cp:revision>
  <dcterms:created xsi:type="dcterms:W3CDTF">2026-01-16T10:21:46Z</dcterms:created>
  <dcterms:modified xsi:type="dcterms:W3CDTF">2026-01-21T10:50:26Z</dcterms:modified>
</cp:coreProperties>
</file>